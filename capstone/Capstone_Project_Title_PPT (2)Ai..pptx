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2" r:id="rId5"/>
    <p:sldId id="274" r:id="rId6"/>
    <p:sldId id="259" r:id="rId7"/>
    <p:sldId id="270" r:id="rId8"/>
    <p:sldId id="275" r:id="rId9"/>
    <p:sldId id="271" r:id="rId10"/>
    <p:sldId id="276" r:id="rId11"/>
    <p:sldId id="263" r:id="rId12"/>
    <p:sldId id="264" r:id="rId13"/>
    <p:sldId id="266" r:id="rId14"/>
    <p:sldId id="273" r:id="rId15"/>
    <p:sldId id="268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E7141-975B-4A44-A9B7-C182E46633A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F05DD-D9C8-425E-951F-4B67AF8E0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35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F05DD-D9C8-425E-951F-4B67AF8E088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2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96893" y="475805"/>
            <a:ext cx="719821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580" y="1528065"/>
            <a:ext cx="539369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1600200"/>
            <a:ext cx="86868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         </a:t>
            </a:r>
            <a:br>
              <a:rPr lang="en-US" sz="3200" dirty="0"/>
            </a:br>
            <a:endParaRPr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 flipH="1">
            <a:off x="304800" y="4724399"/>
            <a:ext cx="5105400" cy="169533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" algn="ctr">
              <a:lnSpc>
                <a:spcPts val="3200"/>
              </a:lnSpc>
              <a:spcBef>
                <a:spcPts val="120"/>
              </a:spcBef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400" b="1" spc="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fi-FI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P.Ramesh (192312443)</a:t>
            </a: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fi-FI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AVULA Adarsh (192365002)</a:t>
            </a: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endParaRPr sz="27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A619E-8636-45D2-B5EE-DEB8CC99E221}"/>
              </a:ext>
            </a:extLst>
          </p:cNvPr>
          <p:cNvSpPr txBox="1"/>
          <p:nvPr/>
        </p:nvSpPr>
        <p:spPr>
          <a:xfrm>
            <a:off x="1066800" y="2367171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Swarm Robotics based Multi-Agent Coordination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57E0E4E2-ED00-AD91-E944-03925B9EC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54" y="551929"/>
            <a:ext cx="8539693" cy="108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8194E1-ED83-D754-3B24-C6C162C4C797}"/>
              </a:ext>
            </a:extLst>
          </p:cNvPr>
          <p:cNvSpPr txBox="1"/>
          <p:nvPr/>
        </p:nvSpPr>
        <p:spPr>
          <a:xfrm>
            <a:off x="3048000" y="32689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CSA1709-Artificial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73209-8AD3-92E7-1675-53C37E86AD65}"/>
              </a:ext>
            </a:extLst>
          </p:cNvPr>
          <p:cNvSpPr txBox="1"/>
          <p:nvPr/>
        </p:nvSpPr>
        <p:spPr>
          <a:xfrm>
            <a:off x="8828314" y="477882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  Rajaram P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28801" y="475805"/>
            <a:ext cx="7772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9955"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904999"/>
            <a:ext cx="11377448" cy="10464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294005" algn="l"/>
              </a:tabLst>
            </a:pP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64A0EE-15FE-866A-4697-84A5CA61C465}"/>
              </a:ext>
            </a:extLst>
          </p:cNvPr>
          <p:cNvSpPr txBox="1"/>
          <p:nvPr/>
        </p:nvSpPr>
        <p:spPr>
          <a:xfrm>
            <a:off x="257504" y="1657795"/>
            <a:ext cx="7262648" cy="5127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Swarm Robotics is a technology in which multiple robots work together to perform a common task.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robot acts as an independent agent and communicates with other robots.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inspired by the collective behaviour of ants, bees, and birds.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coordination allows robots to share information, divide tasks, and make decisions collectively.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072416-F6F5-A3F1-5D3E-ECD2E3C08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152" y="1657795"/>
            <a:ext cx="4514192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5001" y="475805"/>
            <a:ext cx="7315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1095"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2209800"/>
            <a:ext cx="11353800" cy="40010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where multiple robots work together to complete a common task.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 communication and information sharing between robots.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efficient task allocation and coordination among multiple agents.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 collision-free movement and obstacle avoidance.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 area coverage and task completion time.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robots to make distributed and autonomous decisions.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294005" algn="l"/>
              </a:tabLst>
            </a:pP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7499-90EF-588B-0420-4C2CBBC8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475805"/>
            <a:ext cx="8153400" cy="135421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7CA72-A870-A434-742B-41ED2CA8E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981199"/>
            <a:ext cx="11658600" cy="4924425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 Swarm Robotics based Multi-Agent Coordination System.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multiple robots to work together autonomously.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 robot-to-robot communication for sharing information.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efficient task allocation among robots.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 collision and obstacle avoidance.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 real-time decision-making in dynamic environments.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 area coverage and task completion efficiency.</a:t>
            </a:r>
          </a:p>
          <a:p>
            <a:pPr lvl="0"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7E0C1D54-449B-9874-3749-007C4391C8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656" y="191625"/>
            <a:ext cx="1135116" cy="1342883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5249250C-6358-CA91-7E37-7DDD9F76F6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52343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3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5D18-30F1-3AD8-1442-2E62CCB1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893" y="475805"/>
            <a:ext cx="7198212" cy="1354217"/>
          </a:xfrm>
        </p:spPr>
        <p:txBody>
          <a:bodyPr/>
          <a:lstStyle/>
          <a:p>
            <a:r>
              <a:rPr lang="en-IN" b="1" dirty="0"/>
              <a:t>Literature Review Background 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28751AF-21EA-8B64-94C6-C833A2465E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656" y="191625"/>
            <a:ext cx="1135116" cy="134288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DFCEBED-0DE4-BEA2-D611-2A2DDD4D88C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5600" y="152343"/>
            <a:ext cx="1520113" cy="13428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FE0907-EC67-69AA-F872-B3AA8679E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8" y="1604461"/>
            <a:ext cx="11807115" cy="502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3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7001" y="475805"/>
            <a:ext cx="89916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656" y="191625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52343"/>
            <a:ext cx="1520113" cy="1342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96D471-B5D3-4C4D-A227-BAC6040E4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34508"/>
            <a:ext cx="12192000" cy="53234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3CF7-4127-C3E7-C273-AF43CE7D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057400"/>
            <a:ext cx="10915020" cy="5016758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multiple robots to communicate and work together as a swarm.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exchange information such as position, direction, sensor data, and task status.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communication technologies such as Wi-Fi, Bluetooth, or RF modules.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coordination algorithms to decide which robot performs which task.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share local information to improve overall swarm performance.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 collision avoidance and coordinated movement.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Working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 → Communicate → Decide → Coordinate → Move → Repeat</a:t>
            </a: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FE0D6140-A233-51A8-8B42-9E717AE2C5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87" y="217839"/>
            <a:ext cx="1135116" cy="134288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648F718-B9E2-B54B-745D-C180893BE4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200" y="248233"/>
            <a:ext cx="1520113" cy="13428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8E5D1A4-522E-3972-8FA8-C5902E25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457199"/>
            <a:ext cx="8828314" cy="861774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Module 1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Swarm Coordination and Communication Algorithm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088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EDC5-C4E5-1626-0E3A-E018E3413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99" y="475805"/>
            <a:ext cx="7180505" cy="69596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13CB2F1-9EF6-5A80-05D9-89BE552D4F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656" y="191625"/>
            <a:ext cx="1135116" cy="134288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C87F327-2D5E-7AE3-C5DB-8DF43A5AF6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52343"/>
            <a:ext cx="1520113" cy="1342883"/>
          </a:xfrm>
          <a:prstGeom prst="rect">
            <a:avLst/>
          </a:prstGeom>
        </p:spPr>
      </p:pic>
      <p:pic>
        <p:nvPicPr>
          <p:cNvPr id="3" name="Picture 2" descr="Decentralized multi-robot exploration under low-bandwidth communications | Autonomous Robots | Springer Nature Link">
            <a:extLst>
              <a:ext uri="{FF2B5EF4-FFF2-40B4-BE49-F238E27FC236}">
                <a16:creationId xmlns:a16="http://schemas.microsoft.com/office/drawing/2014/main" id="{3CF3534B-0095-B6C3-4401-E2F83106A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81620"/>
            <a:ext cx="115824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9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AF30-7E68-CB4B-0122-4239661C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04800"/>
            <a:ext cx="9067800" cy="1032779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Module 2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Allocation and Collective Goal Achievement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8752D-5322-28AB-0C9D-06B4BC721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18687"/>
            <a:ext cx="11353800" cy="4510691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different tasks to individual robots based on their location, capability, and availability.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swarm divides a large task into smaller tasks that can be completed simultaneously.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communicate their task status and progress with other agents.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robot fails or becomes unavailable, its task can be reassigned to another robot.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coordinate their activities to avoid duplicate work and collisions.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monitors task completion and updates the task allocation</a:t>
            </a:r>
          </a:p>
          <a:p>
            <a:endParaRPr lang="en-IN" sz="2400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D0834A0-23D1-D9D7-7825-C166077E92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22" y="191626"/>
            <a:ext cx="1135116" cy="134288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15269DB-E2F1-9D9E-748E-E75E93D74E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0" y="191626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6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2590-582D-B4A7-575A-38A77754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9" y="475805"/>
            <a:ext cx="6647105" cy="135421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OUTPUT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F3D8746-0B63-0ED5-43AF-822DB161FC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22" y="191626"/>
            <a:ext cx="1135116" cy="134288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CCEB25F-531F-0839-5800-EE6771DF8B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0" y="191626"/>
            <a:ext cx="1520113" cy="1342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963532-95E1-D2C0-3D75-86E2B3865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752600"/>
            <a:ext cx="11883313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1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143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outcomes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EF3C7E-6D9A-083F-F015-22767721C622}"/>
              </a:ext>
            </a:extLst>
          </p:cNvPr>
          <p:cNvSpPr txBox="1"/>
          <p:nvPr/>
        </p:nvSpPr>
        <p:spPr>
          <a:xfrm>
            <a:off x="228600" y="1534509"/>
            <a:ext cx="119634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Provided interactive controls including Start, Pause, Reset, Randomize, Emergency Stop, and   Export Simulation Data.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simulated 8 autonomous robots operating in a shared environment.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 multi-agent coordination for movement, navigation, and task execution.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Supported detection and navigation around 12 obstacles.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Managed 3 target locations for cooperative task completion.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Monitored important metrics such as active robots, completed targets, collisions,   communication links, speed, and coverage.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efficient decentralized coordination with reduced collision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5000" y="475805"/>
            <a:ext cx="840953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CHALLENGES &amp; LIMITATIONS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0313" y="1640609"/>
            <a:ext cx="11676992" cy="504753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 Reliable communication between multiple robots can be difficult.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Coordination: Maintaining cooperation among many robots is complex.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Avoidance: Robots must avoid collisions with other robots and obstacles.</a:t>
            </a:r>
            <a:endParaRPr lang="en-IN" sz="3200" dirty="0">
              <a:latin typeface="Calibri"/>
              <a:cs typeface="Calibri"/>
            </a:endParaRPr>
          </a:p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chemeClr val="tx1"/>
                </a:solidFill>
                <a:effectLst/>
                <a:latin typeface="-apple-system-body"/>
              </a:rPr>
              <a:t>Limitations: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 processing and sensing capabilities of individual robots.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 wireless communication can cause delays and data loss.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coordination may require large training datasets and computational resources.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294005" algn="l"/>
              </a:tabLst>
            </a:pPr>
            <a:endParaRPr lang="en-US"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475805"/>
            <a:ext cx="75615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9025"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2117610"/>
            <a:ext cx="9982200" cy="4231928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Nables multiple robots to work cooperatively toward a common goal.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 decentralized control for independent decision-making.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 scalability and flexibility as the number of robots increases.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effective task allocation among multiple agents.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 collision avoidance and safe navigation.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 formation control and coordinated movement.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294005" algn="l"/>
              </a:tabLst>
            </a:pP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7015-9DBB-E17D-F6BC-EF2D6D7F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893" y="475805"/>
            <a:ext cx="7198212" cy="1354217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8010D-5E5C-4AC5-CDC2-1D854EEF0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656" y="1371600"/>
            <a:ext cx="12034344" cy="6642021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Dorigo, M.,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Birattari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Blum, C., et al. (2023). Swarm Intelligence and Swarm Robotics: Recent Advances and Applications.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Swarm Intelligence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Brambilla, M., Ferrante, E.,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Birattari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&amp; Dorigo, M. (2023). Swarm Robotics: Distributed Coordination and Collective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Swarm Intelligence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Bayındır, L. (2023). A Review of Swarm Robotics Research and Multi-Robot Coordination Techniques.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Autonomous Systems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O'Bryne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colleagues. (2024). Multi-Agent Coordination and Distributed Control in Swarm Robotics.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Dorigo, M.,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Theraulaz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Trianni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(2024). Swarm Robotics: Current Challenges and Future Directions.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71483DA-7982-60BD-A652-B855F40699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656" y="152343"/>
            <a:ext cx="1135116" cy="134288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8371643-5EF6-0FD6-73D3-89A4CA8657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1277" y="152343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22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35" dirty="0"/>
              <a:t> </a:t>
            </a:r>
            <a:r>
              <a:rPr spc="-20"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769</Words>
  <Application>Microsoft Office PowerPoint</Application>
  <PresentationFormat>Widescreen</PresentationFormat>
  <Paragraphs>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-apple-system-body</vt:lpstr>
      <vt:lpstr>Aptos</vt:lpstr>
      <vt:lpstr>Arial</vt:lpstr>
      <vt:lpstr>Calibri</vt:lpstr>
      <vt:lpstr>Times New Roman</vt:lpstr>
      <vt:lpstr>Wingdings</vt:lpstr>
      <vt:lpstr>Office Theme</vt:lpstr>
      <vt:lpstr>          </vt:lpstr>
      <vt:lpstr>INTRODUCTION</vt:lpstr>
      <vt:lpstr>OBJECTIVES</vt:lpstr>
      <vt:lpstr>PROBLLEM STATEMENT</vt:lpstr>
      <vt:lpstr>Literature Review Background  </vt:lpstr>
      <vt:lpstr>SYSTEM ARCHITECTURE </vt:lpstr>
      <vt:lpstr>                                        Module 1 Swarm Coordination and Communication Algorithm</vt:lpstr>
      <vt:lpstr>SYSTEM ARCHITECTURE</vt:lpstr>
      <vt:lpstr>                                    Module 2  Task Allocation and Collective Goal Achievement</vt:lpstr>
      <vt:lpstr>         OUTPUT </vt:lpstr>
      <vt:lpstr>Results &amp; outcomes</vt:lpstr>
      <vt:lpstr>CHALLENGES &amp; LIMITATIONS</vt:lpstr>
      <vt:lpstr>CONCLUSION</vt:lpstr>
      <vt:lpstr>             REFERENCES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Potu Ramesh</dc:creator>
  <cp:lastModifiedBy>Potu Ramesh</cp:lastModifiedBy>
  <cp:revision>15</cp:revision>
  <dcterms:created xsi:type="dcterms:W3CDTF">2026-08-18T15:57:23Z</dcterms:created>
  <dcterms:modified xsi:type="dcterms:W3CDTF">2026-08-31T17:57:27Z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2026-08-18T00:00:00Z</vt:filetime>
  </property>
</Properties>
</file>